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CryptoGuard: Entity-Centric Fraud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Machine Learning Approach to Cryptocurrency Security</a:t>
            </a:r>
          </a:p>
          <a:p>
            <a:endParaRPr/>
          </a:p>
          <a:p>
            <a:r>
              <a:t>Developed by [Your Team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1. Rising Crypto Fraud</a:t>
            </a:r>
          </a:p>
          <a:p>
            <a:r>
              <a:rPr sz="2000" dirty="0"/>
              <a:t>   - Cryptocurrency transactions are irreversible.</a:t>
            </a:r>
          </a:p>
          <a:p>
            <a:r>
              <a:rPr sz="2000" dirty="0"/>
              <a:t>   - Fraud detection is critical but difficult.</a:t>
            </a:r>
          </a:p>
          <a:p>
            <a:endParaRPr sz="2000" dirty="0"/>
          </a:p>
          <a:p>
            <a:r>
              <a:rPr sz="2000" dirty="0"/>
              <a:t>2. Complex Patterns</a:t>
            </a:r>
          </a:p>
          <a:p>
            <a:r>
              <a:rPr sz="2000" dirty="0"/>
              <a:t>   - Traditional rule-based systems fail to catch sophisticated schemes.</a:t>
            </a:r>
          </a:p>
          <a:p>
            <a:r>
              <a:rPr sz="2000" dirty="0"/>
              <a:t>   - Scammers constantly evolve their tactics.</a:t>
            </a:r>
          </a:p>
          <a:p>
            <a:endParaRPr sz="2000" dirty="0"/>
          </a:p>
          <a:p>
            <a:r>
              <a:rPr sz="2000" dirty="0"/>
              <a:t>3. Entity Masking</a:t>
            </a:r>
          </a:p>
          <a:p>
            <a:r>
              <a:rPr sz="2000" dirty="0"/>
              <a:t>   - It is hard to link individual fraudulent transactions back to a single malicious actor.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CryptoGuard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 err="1"/>
              <a:t>CryptoGuard</a:t>
            </a:r>
            <a:r>
              <a:rPr sz="2400" dirty="0"/>
              <a:t> is an automated analytics platform using </a:t>
            </a:r>
            <a:r>
              <a:rPr sz="2400" dirty="0" err="1"/>
              <a:t>XGBoost</a:t>
            </a:r>
            <a:r>
              <a:rPr sz="2400" dirty="0"/>
              <a:t> to detect anomalies.</a:t>
            </a:r>
          </a:p>
          <a:p>
            <a:endParaRPr sz="2400" dirty="0"/>
          </a:p>
          <a:p>
            <a:r>
              <a:rPr sz="2400" dirty="0"/>
              <a:t>Key Innovations:</a:t>
            </a:r>
          </a:p>
          <a:p>
            <a:r>
              <a:rPr sz="2400" dirty="0"/>
              <a:t>- Dynamic Data Handling: Works with user-uploaded CSVs with varying schemas.</a:t>
            </a:r>
          </a:p>
          <a:p>
            <a:r>
              <a:rPr sz="2400" dirty="0"/>
              <a:t>- Entity Awareness: Identifies WHO is committing fraud, not just WHICH transaction.</a:t>
            </a:r>
          </a:p>
          <a:p>
            <a:r>
              <a:rPr sz="2400" dirty="0"/>
              <a:t>- Anti-Leakage Architecture: Separates ID columns from training features.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13716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User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828800"/>
            <a:ext cx="13716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Frontend UI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28800" y="228600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114800" y="1828800"/>
            <a:ext cx="13716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BackEnd (FastAPI)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0" y="228600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943600" y="1828800"/>
            <a:ext cx="13716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ML Engine (XGBoost)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0" y="228600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114800" y="3657600"/>
            <a:ext cx="13716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Report &amp; Visuals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629400" y="2743200"/>
            <a:ext cx="0" cy="1371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5486400" y="4114800"/>
            <a:ext cx="1143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dirty="0"/>
              <a:t>1. Input: User uploads a raw dataset (e.g., </a:t>
            </a:r>
            <a:r>
              <a:rPr sz="2400" dirty="0" err="1"/>
              <a:t>PaySim</a:t>
            </a:r>
            <a:r>
              <a:rPr sz="2400" dirty="0"/>
              <a:t>).</a:t>
            </a:r>
          </a:p>
          <a:p>
            <a:r>
              <a:rPr sz="2400" dirty="0"/>
              <a:t>2. Auto-Discovery: System scans for Target Variable and Meta Columns.</a:t>
            </a:r>
          </a:p>
          <a:p>
            <a:r>
              <a:rPr sz="2400" dirty="0"/>
              <a:t>3. Training:</a:t>
            </a:r>
          </a:p>
          <a:p>
            <a:r>
              <a:rPr sz="2400" dirty="0"/>
              <a:t>    - Splits data into Training/Testing.</a:t>
            </a:r>
          </a:p>
          <a:p>
            <a:r>
              <a:rPr sz="2400" dirty="0"/>
              <a:t>    - Optimizes parameters on a subset.</a:t>
            </a:r>
          </a:p>
          <a:p>
            <a:r>
              <a:rPr sz="2400" dirty="0"/>
              <a:t>    - Trains full model.</a:t>
            </a:r>
          </a:p>
          <a:p>
            <a:r>
              <a:rPr sz="2400" dirty="0"/>
              <a:t>4. Entity Mapping: Maps high-risk predictions back to Account IDs.</a:t>
            </a:r>
          </a:p>
          <a:p>
            <a:r>
              <a:rPr sz="2400" dirty="0"/>
              <a:t>5. Visualization: Displays metrics and 'Stolen Amount by Entity'.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Feature Importance: Explains the 'Why' behind detections.</a:t>
            </a:r>
          </a:p>
          <a:p>
            <a:r>
              <a:t>- Fraud Distribution: Breakdown of total fraud amount by specific Accounts.</a:t>
            </a:r>
          </a:p>
          <a:p>
            <a:r>
              <a:t>- High Performance: Uses subsampling for tuning large datasets.</a:t>
            </a:r>
          </a:p>
          <a:p>
            <a:r>
              <a:t>- Robustness: Handles missing values and unknown categorical data automatically.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</a:t>
            </a:r>
          </a:p>
          <a:p>
            <a:r>
              <a:t>- HTML5, CSS3 (Cyber/Dark Theme)</a:t>
            </a:r>
          </a:p>
          <a:p>
            <a:r>
              <a:t>- JavaScript, Chart.js</a:t>
            </a:r>
          </a:p>
          <a:p>
            <a:endParaRPr/>
          </a:p>
          <a:p>
            <a:r>
              <a:t>Backend:</a:t>
            </a:r>
          </a:p>
          <a:p>
            <a:r>
              <a:t>- Python, FastAPI</a:t>
            </a:r>
          </a:p>
          <a:p>
            <a:r>
              <a:t>- Pandas, NumPy</a:t>
            </a:r>
          </a:p>
          <a:p>
            <a:r>
              <a:t>- XGBoost, Scikit-Learn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CryptoGuard bridges the gap between raw data and actionable security insights.</a:t>
            </a:r>
          </a:p>
          <a:p>
            <a:endParaRPr/>
          </a:p>
          <a:p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343</Words>
  <Application>Microsoft Office PowerPoint</Application>
  <PresentationFormat>On-screen Show (4:3)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CryptoGuard: Entity-Centric Fraud Detection</vt:lpstr>
      <vt:lpstr>The Problem</vt:lpstr>
      <vt:lpstr>The Solution: CryptoGuard</vt:lpstr>
      <vt:lpstr>System Architecture</vt:lpstr>
      <vt:lpstr>Implementation Workflow</vt:lpstr>
      <vt:lpstr>Key Features</vt:lpstr>
      <vt:lpstr>Technology Stack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CryptoGuard: Entity-Centric Fraud Detection</dc:title>
  <dc:subject/>
  <dc:creator/>
  <cp:keywords/>
  <dc:description>generated using python-pptx</dc:description>
  <cp:lastModifiedBy>kaif hussain</cp:lastModifiedBy>
  <cp:revision>3</cp:revision>
  <dcterms:created xsi:type="dcterms:W3CDTF">2013-01-27T09:14:16Z</dcterms:created>
  <dcterms:modified xsi:type="dcterms:W3CDTF">2025-12-17T19:18:37Z</dcterms:modified>
  <cp:category/>
</cp:coreProperties>
</file>